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Git × MLflow × DVC × MinIO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Pick-and-Carry での実験記録と重み共有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7E4E8"/>
                </a:solidFill>
                <a:latin typeface="Yu Gothic"/>
                <a:ea typeface="Yu Gothic"/>
                <a:cs typeface="Yu Gothic"/>
              </a:rPr>
              <a:t>実機の画面（MinIO Console / MLflow UI / DVC status）を使った使い方まとめ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7E4E8"/>
                </a:solidFill>
                <a:latin typeface="Yu Gothic"/>
                <a:ea typeface="Yu Gothic"/>
                <a:cs typeface="Yu Gothic"/>
              </a:rPr>
              <a:t>ログイン: MinIO Console http://127.0.0.1:9001  /  MLflow http://127.0.0.1:5000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全体像：役割分担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学習を速くする道具ではなく、あとから困らないための棚分け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2651760" cy="640080"/>
          </a:xfrm>
          <a:prstGeom prst="rect">
            <a:avLst/>
          </a:prstGeom>
          <a:solidFill>
            <a:srgbClr val="2C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28600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コード・設定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.dvc ポインタ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設計図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544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554480"/>
            <a:ext cx="2651760" cy="6400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77440"/>
            <a:ext cx="228600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パラメータ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メトリクス曲線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実験ノート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5544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554480"/>
            <a:ext cx="2651760" cy="640080"/>
          </a:xfrm>
          <a:prstGeom prst="rect">
            <a:avLst/>
          </a:prstGeom>
          <a:solidFill>
            <a:srgbClr val="8A4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DVC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77440"/>
            <a:ext cx="228600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大きい重みの版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best.pt の選定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荷物の伝票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55448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15400" y="1554480"/>
            <a:ext cx="2651760" cy="640080"/>
          </a:xfrm>
          <a:prstGeom prst="rect">
            <a:avLst/>
          </a:prstGeom>
          <a:solidFill>
            <a:srgbClr val="4A5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MinIO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377440"/>
            <a:ext cx="228600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S3 互換倉庫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pai-dvc / pai-mlflow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実ファイル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120640"/>
            <a:ext cx="11338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学習中の生データは logs/（作業机）。区切りだけ DVC publish → MinIO push。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MinIO は DB ではない。オブジェクトストレージ（ファイル倉庫）です。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いつ何を使うか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ホットパスでは使わず、区切り・引っ越し・提出で使う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1. 学習 → logs/&lt;stage&gt;/ppo_*.pt + metrics.jsonl + MLflow 記録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2. 区切り → メニュー 9 → 3（最良）または 4（最新）で publish → push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3. 確認 → MinIO Console の pai-dvc（実体） / Git の .dvc（ポインタ）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4. 復元・推論 → pull → restore、または 9 → 6 で best.pt を play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5. 曲線確認 → MLflow UI（実験ノート）。重み本体は DVC/MinIO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MinIO Console：ログイン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http://127.0.0.1:9001   user / pass = minioadmin（.env と同じ）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463040"/>
            <a:ext cx="9875520" cy="4937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nio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34" y="1554480"/>
            <a:ext cx="845101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MinIO：バケット一覧（実画面）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pai-dvc = DVC の重み倉庫　／　pai-mlflow = MLflow artifact 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4712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nio_pai_d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94" y="1508760"/>
            <a:ext cx="861353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MinIO の中身：DVC の content-addressed 保管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pai-dvc / files / md5/ … ハッシュ名で実体を置く（Git には載せない）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4712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inio_pai_dvc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94" y="1508760"/>
            <a:ext cx="861353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DVC：ポインタと最良選定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Git には .dvc、実体は MinIO。publish --select best で metrics から選ぶ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7665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vc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37875"/>
            <a:ext cx="6583680" cy="25137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645920"/>
            <a:ext cx="4206240" cy="4389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メニュー 9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3  最良を publish → push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4  最新を publish → push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6  最良で推論（best.pt）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CLI 例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dvc_sync.py publish \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 --log-dir logs\... \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  --select best --push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resolve で best.pt のパス表示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MLflow：実験ノート（実画面）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起動: mlflow ui --backend-store-uri sqlite:///logs/mlflow/mlflow.db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4712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lflow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508760"/>
            <a:ext cx="77541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MLflow：pick-and-carry の Runs（UI）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曲線・パラメータ比較はここ。大きい .pt の共有は DVC/MinIO 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4712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lflow_exper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508760"/>
            <a:ext cx="77541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MLflow：学習済み Runs 一覧（UI スナップショット）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pick-and-carry 実験の walk / reach / carry / catch など実ラン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lflow_exper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463040"/>
            <a:ext cx="77541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MLflow：ラン詳細（UI スナップショット）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params / metrics。方策 .pt 本体の共有は DVC / MinIO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lflow_ru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463040"/>
            <a:ext cx="77541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MLflow：メトリクス表示（UI スナップショット）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ラン詳細画面のメトリクス／チャート領域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lflow_metri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463040"/>
            <a:ext cx="77541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最短チェックリスト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585C"/>
                </a:solidFill>
                <a:latin typeface="Yu Gothic"/>
                <a:ea typeface="Yu Gothic"/>
                <a:cs typeface="Yu Gothic"/>
              </a:rPr>
              <a:t>起動スクリプト → メニュー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□ 9 → 1  MinIO 起動（Docker Desktop も必要なら起動）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□ 9 → 2  初回のみ setup（pip + DVC remote）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□ 9 → 3  学習済み段階の最良重みを publish → push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□ Console で pai-dvc に objects が増えたことを確認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□ 9 → 6  または resolve + --play で最良を推論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□ MLflow UI で曲線を見る（メトリクスは別系統）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000" b="0">
                <a:solidFill>
                  <a:srgbClr val="1C282C"/>
                </a:solidFill>
                <a:latin typeface="Yu Gothic"/>
                <a:ea typeface="Yu Gothic"/>
                <a:cs typeface="Yu Gothic"/>
              </a:rPr>
              <a:t>詳細手順: docs/DVC_MINIO.md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