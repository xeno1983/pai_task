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× MLflow × DVC × MinIO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Pick-and-Carry での実験記録と重み共有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E4E8"/>
                </a:solidFill>
                <a:latin typeface="Yu Gothic"/>
                <a:ea typeface="Yu Gothic"/>
                <a:cs typeface="Yu Gothic"/>
              </a:rPr>
              <a:t>実機の画面（MinIO Console / MLflow UI / DVC status）を使った使い方まとめ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E4E8"/>
                </a:solidFill>
                <a:latin typeface="Yu Gothic"/>
                <a:ea typeface="Yu Gothic"/>
                <a:cs typeface="Yu Gothic"/>
              </a:rPr>
              <a:t>ログイン: MinIO Console http://127.0.0.1:9001  /  MLflow http://127.0.0.1:5001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全体像：役割分担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学習を速くする道具ではなく、あとから困らないための棚分け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2651760" cy="640080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コード・設定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.dvc ポインタ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設計図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651760" cy="6400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パラメータ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メトリクス曲線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実験ノート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2651760" cy="640080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大きい重みの版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best.pt の選定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荷物の伝票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1554480"/>
            <a:ext cx="2651760" cy="640080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S3 互換倉庫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pai-dvc / pai-mlflow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実ファイル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11338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学習中の生データは logs/（作業机）。区切りだけ DVC publish → MinIO push。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MinIO は DB ではない。オブジェクトストレージ（ファイル倉庫）です。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ユーザの使い方：全体フロー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起動スクリプト → 学習 → 区切りで共有 → 復元・推論 → 実機へ配信（すべてメニューから）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96596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196596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 学習する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783080" cy="2706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起動スクリプト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PickAndCarry_run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学習メニュー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自動で記録: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logs/ に .pt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MLflow に曲線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5728" y="3017520"/>
            <a:ext cx="347472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61488" y="1600200"/>
            <a:ext cx="196596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600200"/>
            <a:ext cx="1965960" cy="420624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 区切りで共有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057400"/>
            <a:ext cx="1783080" cy="2706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 MinIO 起動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最良を publish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→ push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(4 は最新)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45736" y="3017520"/>
            <a:ext cx="347472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11496" y="1600200"/>
            <a:ext cx="196596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2C6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1496" y="1600200"/>
            <a:ext cx="1965960" cy="420624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保管される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057400"/>
            <a:ext cx="1783080" cy="2706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Git: .dvc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（ポインタだけ）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MinIO: pai-dvc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（重みの実体）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Console で確認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5744" y="3017520"/>
            <a:ext cx="347472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1600200"/>
            <a:ext cx="196596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4" y="1600200"/>
            <a:ext cx="196596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 復元・推論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057400"/>
            <a:ext cx="1783080" cy="2706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5 pull → restore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 最良で推論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（best.pt を play）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別 PC / 再開に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45752" y="3017520"/>
            <a:ext cx="347472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11512" y="1600200"/>
            <a:ext cx="196596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11512" y="1600200"/>
            <a:ext cx="1965960" cy="420624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⑤ 実機へ配信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57400"/>
            <a:ext cx="1783080" cy="2706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 → 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Mender Artifact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（.mender）を作成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Hosted Mender に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アップロード → Go2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029200"/>
            <a:ext cx="11338560" cy="1325880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いつでも（学習中でも後からでも）: MLflow UI（http://127.0.0.1:5001）で曲線・パラメータを見て、どの ラン / 段階を最良として共有するか判断する。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① の学習は DVC / MinIO を使わない（速度に影響しない）。共有したいときだけ ② 以降を実行する。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処理フロー図：データはどこへ流れるか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3 本の流れ：実験の記録（MLflow）／重みの共有（DVC+MinIO）／実機への配信（Mender）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5F"/>
                </a:solidFill>
                <a:latin typeface="Yu Gothic"/>
                <a:ea typeface="Yu Gothic"/>
                <a:cs typeface="Yu Gothic"/>
              </a:rPr>
              <a:t>A. 実験の記録（自動）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0992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09928"/>
            <a:ext cx="237744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train_ppo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metrics.jsonl / ppo_*.pt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を logs/ に出力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213969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70992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09928"/>
            <a:ext cx="237744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 に記録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6712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params / metrics 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logs/mlflow/mlflow.db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(sqlite) 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213969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70992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09928"/>
            <a:ext cx="237744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6712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http://127.0.0.1:5001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曲線・Runs 比較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32520" y="213969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70992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709928"/>
            <a:ext cx="2377440" cy="420624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人が判断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6712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どの段階が良いか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次の B で共有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44952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452A"/>
                </a:solidFill>
                <a:latin typeface="Yu Gothic"/>
                <a:ea typeface="Yu Gothic"/>
                <a:cs typeface="Yu Gothic"/>
              </a:rPr>
              <a:t>B. 重みの共有（区切りで手動）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35584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55848"/>
            <a:ext cx="2377440" cy="420624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logs/ の重み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1304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ppo_*.pt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metrics で最良を選定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063240" y="378561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74720" y="335584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3355848"/>
            <a:ext cx="2377440" cy="420624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dvc_sync 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81304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 → 3 /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best.pt を DVC 管理に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897880" y="378561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335584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355848"/>
            <a:ext cx="2377440" cy="420624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1304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MinIO pai-dvc: 実体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Git: .dvc ポインタ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32520" y="378561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335584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3355848"/>
            <a:ext cx="2377440" cy="420624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取り出し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81304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9 → 5 pull → restore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9 → 6 best.pt で推論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690872"/>
            <a:ext cx="7315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C. 実機への配信（必要なとき）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00176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001768"/>
            <a:ext cx="2377440" cy="420624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best.pt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45896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DVC から resolve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（B の成果物）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063240" y="543153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0" y="500176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0" y="5001768"/>
            <a:ext cx="2377440" cy="420624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Artifact 作成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5896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 → 9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mender_pack_model.py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→ .mender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897880" y="543153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500176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5001768"/>
            <a:ext cx="2377440" cy="420624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Hosted Mender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45896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Artifact を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アップロード → Deploy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8732520" y="5431536"/>
            <a:ext cx="365760" cy="329184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0" y="5001768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4000" y="5001768"/>
            <a:ext cx="2377440" cy="420624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Go2 実機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458968"/>
            <a:ext cx="2194560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/data/pai/models/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active/best.pt に配置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A の記録は自動。B・C は「共有したい」「実機に載せたい」ときだけ、起動スクリプトのメニュー 9 から実行。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やりたいこと → どこを触る？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迷ったらこの表。操作はすべて 起動スクリプト → メニュー 9 か MLflow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学習の曲線を比較したい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212080" y="1636776"/>
            <a:ext cx="502920" cy="365760"/>
          </a:xfrm>
          <a:prstGeom prst="rightArrow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508760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 UI（:5001）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95144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8A4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最良の重みを仲間と共有したい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12080" y="2423160"/>
            <a:ext cx="502920" cy="365760"/>
          </a:xfrm>
          <a:prstGeom prst="rightArrow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2295144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 → 1（MinIO 起動）→ 9 → 3（publish → push）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81528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2C6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共有された重みで動かしたい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12080" y="3209544"/>
            <a:ext cx="502920" cy="365760"/>
          </a:xfrm>
          <a:prstGeom prst="rightArrow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60" y="3081528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 → 6（pull → resolve → play）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67912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2C6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別 PC で学習を再開したい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12080" y="3995928"/>
            <a:ext cx="502920" cy="365760"/>
          </a:xfrm>
          <a:prstGeom prst="rightArrow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3867912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pull → 9 → 5（pull → restore）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4296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保管状況を目で確認したい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12080" y="4782312"/>
            <a:ext cx="502920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4654296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 → 8（MinIO Console）→ pai-dvc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40680"/>
            <a:ext cx="457200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4A5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実機 Go2 に最良モデルを配りたい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212080" y="5568696"/>
            <a:ext cx="502920" cy="365760"/>
          </a:xfrm>
          <a:prstGeom prst="rightArrow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52160" y="5440680"/>
            <a:ext cx="5760720" cy="621792"/>
          </a:xfrm>
          <a:prstGeom prst="roundRect">
            <a:avLst>
              <a:gd name="adj" fmla="val 20000"/>
            </a:avLst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 → 9（Mender Artifact）→ Hosted Mender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いつ何を使うか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ホットパスでは使わず、区切り・引っ越し・提出で使う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1. 学習 → logs/&lt;stage&gt;/ppo_*.pt + metrics.jsonl + MLflow 記録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2. 区切り → メニュー 9 → 3（最良）または 4（最新）で publish → push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3. 確認 → MinIO Console の pai-dvc（実体） / Git の .dvc（ポインタ）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4. 復元・推論 → pull → restore、または 9 → 6 で best.pt を play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5. 曲線確認 → MLflow UI（実験ノート）。重み本体は DVC/MinIO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 Console：ログイン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http://127.0.0.1:9001   user / pass = minioadmin（.env と同じ）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98755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34" y="1554480"/>
            <a:ext cx="845101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MinIO：バケット一覧（実画面）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pai-dvc = DVC の重み倉庫　／　pai-mlflow = MLflow artifact 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pai_d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94" y="1508760"/>
            <a:ext cx="8613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 の中身：DVC の content-addressed 保管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pai-dvc / files / md5/ … ハッシュ名で実体を置く（Git には載せない）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pai_dvc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94" y="1508760"/>
            <a:ext cx="8613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DVC：ポインタと最良選定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Git には .dvc、実体は MinIO。publish --select best で metrics から選ぶ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7665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vc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7875"/>
            <a:ext cx="6583680" cy="2513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645920"/>
            <a:ext cx="420624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 最良を publish → 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  最新を publish → 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  最良で推論（best.pt）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CLI 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dvc_sync.py publish \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--log-dir logs\... \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--select best --push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resolve で best.pt のパス表示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MLflow：実験ノート（実画面）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起動: mlflow ui --backend-store-uri sqlite:///logs/mlflow/mlflow.db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50876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MLflow：pick-and-carry の Runs（UI）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曲線・パラメータ比較はここ。大きい .pt の共有は DVC/MinIO 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50876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MLflow：学習済み Runs 一覧（UI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pick-and-carry 実験の walk / reach / carry / catch など実ラン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ru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MLflow：ラン詳細（UI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params / metrics。方策 .pt 本体の共有は DVC / MinIO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ru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MLflow：メトリクス表示（UI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ラン詳細画面のメトリクス／チャート領域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metri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最短チェックリスト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起動スクリプト → メニュー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1  MinIO 起動（Docker Desktop も必要なら起動）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2  初回のみ setup（pip + DVC remote）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3  学習済み段階の最良重みを publish → push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Console で pai-dvc に objects が増えたことを確認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6  または resolve + --play で最良を推論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MLflow UI で曲線を見る（メトリクスは別系統）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詳細手順: docs/DVC_MINIO.md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